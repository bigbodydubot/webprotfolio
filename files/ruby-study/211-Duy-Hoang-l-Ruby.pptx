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Ruby Programming Language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1BB87C-F0F8-28BB-6B04-12A45D7365F7}"/>
              </a:ext>
            </a:extLst>
          </p:cNvPr>
          <p:cNvSpPr txBox="1"/>
          <p:nvPr/>
        </p:nvSpPr>
        <p:spPr>
          <a:xfrm>
            <a:off x="4532518" y="2576448"/>
            <a:ext cx="3126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Ruby</a:t>
            </a:r>
          </a:p>
          <a:p>
            <a:pPr algn="ctr"/>
            <a:r>
              <a:rPr lang="en-US" dirty="0"/>
              <a:t>By: Duy Hoang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is Ruby?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High-level programming language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Dynamic typing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Interpreted execution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Object-oriented design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Beginner friendly syntax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History of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Created in 1995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By Yukihiro Matsumoto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Developed in Japan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Ruby on Rails drove popularity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Goal of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Programmer happiness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Readable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Less repetitive coding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Balance power and simplicity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How Ruby Works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Interpreter executes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Dynamic variables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Garbage collection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Everything is an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Clean readable syntax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Less code required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Fast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Thousands of gems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Easy to 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Disadvantages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Slower than compiled languages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Less popular than Python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Smaller ecosystem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Runtime errors 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Use Ruby?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Rapid software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Great for startups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Readable maintainable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Strong web frameworks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When to Use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Websites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MVPs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Prototypes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Dashboards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Internal business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Code Example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0D2A6F-6C25-84BA-02AD-FB177F24F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63" y="988833"/>
            <a:ext cx="6812393" cy="4880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Companies Using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Shopify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GitHub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Airbnb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Hulu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Great for readability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Excellent for rapid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Still relevant today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Best in right context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200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Duy Hoang</cp:lastModifiedBy>
  <cp:revision>2</cp:revision>
  <dcterms:created xsi:type="dcterms:W3CDTF">2013-01-27T09:14:16Z</dcterms:created>
  <dcterms:modified xsi:type="dcterms:W3CDTF">2026-04-18T17:30:37Z</dcterms:modified>
  <cp:category/>
</cp:coreProperties>
</file>