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Ruby Programming Language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1BB87C-F0F8-28BB-6B04-12A45D7365F7}"/>
              </a:ext>
            </a:extLst>
          </p:cNvPr>
          <p:cNvSpPr txBox="1"/>
          <p:nvPr/>
        </p:nvSpPr>
        <p:spPr>
          <a:xfrm>
            <a:off x="4532518" y="2576448"/>
            <a:ext cx="3126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Ruby</a:t>
            </a:r>
          </a:p>
          <a:p>
            <a:pPr algn="ctr"/>
            <a:r>
              <a:rPr lang="en-US" dirty="0"/>
              <a:t>By: Duy Hoang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What is Ruby?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 dirty="0">
                <a:solidFill>
                  <a:srgbClr val="1C1C1C"/>
                </a:solidFill>
              </a:rPr>
              <a:t>• High-level programming language</a:t>
            </a:r>
          </a:p>
          <a:p>
            <a:pPr>
              <a:spcAft>
                <a:spcPts val="1000"/>
              </a:spcAft>
            </a:pPr>
            <a:r>
              <a:rPr sz="2200" dirty="0">
                <a:solidFill>
                  <a:srgbClr val="1C1C1C"/>
                </a:solidFill>
              </a:rPr>
              <a:t>• Dynamic typing</a:t>
            </a:r>
          </a:p>
          <a:p>
            <a:pPr>
              <a:spcAft>
                <a:spcPts val="1000"/>
              </a:spcAft>
            </a:pPr>
            <a:r>
              <a:rPr sz="2200" dirty="0">
                <a:solidFill>
                  <a:srgbClr val="1C1C1C"/>
                </a:solidFill>
              </a:rPr>
              <a:t>• Interpreted execution</a:t>
            </a:r>
          </a:p>
          <a:p>
            <a:pPr>
              <a:spcAft>
                <a:spcPts val="1000"/>
              </a:spcAft>
            </a:pPr>
            <a:r>
              <a:rPr sz="2200" dirty="0">
                <a:solidFill>
                  <a:srgbClr val="1C1C1C"/>
                </a:solidFill>
              </a:rPr>
              <a:t>• Object-oriented design</a:t>
            </a:r>
          </a:p>
          <a:p>
            <a:pPr>
              <a:spcAft>
                <a:spcPts val="1000"/>
              </a:spcAft>
            </a:pPr>
            <a:r>
              <a:rPr sz="2200" dirty="0">
                <a:solidFill>
                  <a:srgbClr val="1C1C1C"/>
                </a:solidFill>
              </a:rPr>
              <a:t>• Beginner friendly syntax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History of Ruby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Created in 1995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By Yukihiro Matsumoto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Developed in Japan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Ruby on Rails drove popularity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Goal of Ruby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Programmer happiness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Readable code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Less repetitive coding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Balance power and simplicity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How Ruby Works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Interpreter executes code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Dynamic variables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Garbage collection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Everything is an object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Clean readable syntax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Less code required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Fast development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Thousands of gems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Easy to learn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Disadvantages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Slower than compiled languages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Less popular than Python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Smaller ecosystem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Runtime errors possible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Why Use Ruby?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Rapid software development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Great for startups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Readable maintainable code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Strong web frameworks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When to Use Ruby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Websites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MVPs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Prototypes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Dashboards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Internal business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Code Example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C0D2A6F-6C25-84BA-02AD-FB177F24F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563" y="988833"/>
            <a:ext cx="6812393" cy="48803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Companies Using Ruby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Shopify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GitHub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Airbnb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Hulu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Great for readability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Excellent for rapid development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Still relevant today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Best in right context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40080"/>
            <a:ext cx="12191695" cy="45720"/>
          </a:xfrm>
          <a:prstGeom prst="rect">
            <a:avLst/>
          </a:prstGeom>
          <a:solidFill>
            <a:srgbClr val="D2D2D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73152"/>
            <a:ext cx="1179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7" name="Hexagon 6"/>
          <p:cNvSpPr/>
          <p:nvPr/>
        </p:nvSpPr>
        <p:spPr>
          <a:xfrm>
            <a:off x="320040" y="1051560"/>
            <a:ext cx="685800" cy="685800"/>
          </a:xfrm>
          <a:prstGeom prst="hexagon">
            <a:avLst/>
          </a:prstGeom>
          <a:solidFill>
            <a:srgbClr val="BE0000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5840" y="960120"/>
            <a:ext cx="10241280" cy="5120640"/>
          </a:xfrm>
          <a:prstGeom prst="roundRect">
            <a:avLst/>
          </a:prstGeom>
          <a:solidFill>
            <a:srgbClr val="F8F8F8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C1C1C"/>
                </a:solidFill>
              </a:rPr>
              <a:t>• 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200</Words>
  <Application>Microsoft Office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Duy Hoang</cp:lastModifiedBy>
  <cp:revision>2</cp:revision>
  <dcterms:created xsi:type="dcterms:W3CDTF">2013-01-27T09:14:16Z</dcterms:created>
  <dcterms:modified xsi:type="dcterms:W3CDTF">2026-04-18T16:17:03Z</dcterms:modified>
  <cp:category/>
</cp:coreProperties>
</file>