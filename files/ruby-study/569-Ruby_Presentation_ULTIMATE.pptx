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Ruby Programming Language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Dino Angelovski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CSIT 313 Fundamentals of Programming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Ultimate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is Ruby?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High-level language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Object-oriented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Interpreted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Dynamic typing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Easy to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History of Ruby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1995 release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Created by Yukihiro Matsumoto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Built in Japan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Rails increased popularity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Goal of Ruby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Programmer happiness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Readable syntax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Fast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Less repetitive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Ruby Works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Interpreter runs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No compile step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Automatic memory management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Everything is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Simple syntax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Rapid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Strong libraries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Great for websites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Disadvantages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Slower performance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Smaller market share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Not ideal for huge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Use Ruby?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Clean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Startup friendly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Quick prototyping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Easy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When to Use Ruby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Web apps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MVPs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Dashboards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Business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Code Example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name="Dino"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puts "Hello #{name}"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Companies Using Ruby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Shopify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GitHub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Airbnb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Hulu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Readable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Productive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Still valuable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Developer friendly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1005840" cy="1005840"/>
          </a:xfrm>
          <a:prstGeom prst="hexagon">
            <a:avLst/>
          </a:prstGeom>
          <a:solidFill>
            <a:srgbClr val="BE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987552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326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1E1E"/>
                </a:solidFill>
              </a:rPr>
              <a:t>• 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