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5688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008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012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495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269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402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54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630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693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160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447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65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dirty="0"/>
              <a:t>Legal sites use professional CDNs and secure encrypted traffic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dirty="0"/>
              <a:t> Illegal sites rely on weaker servers and unpaid hosting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dirty="0"/>
              <a:t> Wanted to measure real differences, not assumptions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dirty="0"/>
              <a:t>Illegal sites commonly include pop-ups, ads, and trackers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FFFFFF"/>
                </a:solidFill>
              </a:defRPr>
            </a:pPr>
            <a:r>
              <a:t>Comparing Legal vs Illegal Streaming Traffic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dirty="0"/>
              <a:t> Tested Netflix, Amazon Prime Video, and </a:t>
            </a:r>
            <a:r>
              <a:rPr dirty="0" err="1"/>
              <a:t>HydraHD</a:t>
            </a:r>
            <a:r>
              <a:rPr dirty="0"/>
              <a:t> illegal site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dirty="0"/>
              <a:t> Captured real network traffic using Wireshark and HAR logs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dirty="0"/>
              <a:t>Compared data usage, stability, and security differences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dirty="0"/>
              <a:t>Goal: show how legal and illegal streaming behave differently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FFFFFF"/>
                </a:solidFill>
              </a:defRPr>
            </a:pPr>
            <a:r>
              <a:t>Methodology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dirty="0"/>
              <a:t> Streamed each service for the same amount of time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dirty="0"/>
              <a:t> Performed a scene jump during each test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dirty="0"/>
              <a:t>Used Wireshark for illegal sites, HAR for legal services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dirty="0"/>
              <a:t> Repeated tests to make results more accurate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FFFFFF"/>
                </a:solidFill>
              </a:defRPr>
            </a:pPr>
            <a:r>
              <a:t>Experiment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dirty="0"/>
              <a:t> MacBook Pro M2 on 500 Mbps fiber connection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dirty="0"/>
              <a:t> All streams were 1080p quality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dirty="0"/>
              <a:t> Used same Wi-Fi, same browser, same location for fairness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dirty="0"/>
              <a:t> Nothing else was running on the network during tests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FFFFFF"/>
                </a:solidFill>
              </a:defRPr>
            </a:pPr>
            <a:r>
              <a:t>Metrics Collected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dirty="0"/>
              <a:t> Total MB of data downloaded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dirty="0"/>
              <a:t> Packet counts and packets per second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dirty="0"/>
              <a:t> Bitrate calculations for video quality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dirty="0"/>
              <a:t> Errors, retransmissions, and burst spikes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dirty="0"/>
              <a:t> Security type: HTTPS, HTTP/3, or mixed traffic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FFFFFF"/>
                </a:solidFill>
              </a:defRPr>
            </a:pPr>
            <a:r>
              <a:t>Behavior &amp; Stability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dirty="0"/>
              <a:t> Illegal site had unpredictable packet spikes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dirty="0"/>
              <a:t>Legal streams were smooth and consistent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dirty="0"/>
              <a:t> Illegal traffic showed aggressive ads and trackers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dirty="0"/>
              <a:t>•Legal platforms kept steady connections and no resets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dirty="0"/>
              <a:t> Illegal streaming had more lag and buffering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Traffic Volume Comparison</a:t>
            </a:r>
          </a:p>
        </p:txBody>
      </p:sp>
      <p:pic>
        <p:nvPicPr>
          <p:cNvPr id="3" name="Picture 2" descr="traffic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Packet Count Comparison</a:t>
            </a:r>
          </a:p>
        </p:txBody>
      </p:sp>
      <p:pic>
        <p:nvPicPr>
          <p:cNvPr id="3" name="Picture 2" descr="packets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Bitrate Comparison</a:t>
            </a:r>
          </a:p>
        </p:txBody>
      </p:sp>
      <p:pic>
        <p:nvPicPr>
          <p:cNvPr id="3" name="Picture 2" descr="bitrate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Illegal streaming had poor stability and low bitrate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Legal services were far more secure and reliable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Illegal streams included unsafe redirects and scripts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Legal platforms had better video quality with fewer issues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16</TotalTime>
  <Words>291</Words>
  <Application>Microsoft Macintosh PowerPoint</Application>
  <PresentationFormat>On-screen Show (4:3)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 Light</vt:lpstr>
      <vt:lpstr>Rockwell</vt:lpstr>
      <vt:lpstr>Wingdings</vt:lpstr>
      <vt:lpstr>Atlas</vt:lpstr>
      <vt:lpstr>Introduction</vt:lpstr>
      <vt:lpstr>Comparing Legal vs Illegal Streaming Traffic</vt:lpstr>
      <vt:lpstr>Methodology Overview</vt:lpstr>
      <vt:lpstr>Experiment Setup</vt:lpstr>
      <vt:lpstr>Metrics Collected</vt:lpstr>
      <vt:lpstr>Behavior &amp; Stability</vt:lpstr>
      <vt:lpstr>Traffic Volume Comparison</vt:lpstr>
      <vt:lpstr>Packet Count Comparison</vt:lpstr>
      <vt:lpstr>Bitrate Comparison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Matt Polanco</cp:lastModifiedBy>
  <cp:revision>3</cp:revision>
  <dcterms:created xsi:type="dcterms:W3CDTF">2013-01-27T09:14:16Z</dcterms:created>
  <dcterms:modified xsi:type="dcterms:W3CDTF">2025-11-28T23:38:48Z</dcterms:modified>
  <cp:category/>
</cp:coreProperties>
</file>